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of the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  <a:p>
            <a:pPr lvl="1"/>
            <a:r>
              <a:t>Sub-point</a:t>
            </a:r>
          </a:p>
          <a:p>
            <a:r>
              <a:t>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8288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°C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120/80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mmHg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bpm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composition: Protein 20%, Fat 15%, Carbs 55%, Water 10%.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sales 2024: 85, 92, 78, 95</a:t>
            </a:r>
          </a:p>
          <a:p>
            <a:r>
              <a:t>Quarterly sales 2025: 72, 88, 91, 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